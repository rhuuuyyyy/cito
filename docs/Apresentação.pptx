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64" r:id="rId4"/>
    <p:sldId id="258" r:id="rId5"/>
    <p:sldId id="259" r:id="rId6"/>
    <p:sldId id="260" r:id="rId7"/>
    <p:sldId id="261" r:id="rId8"/>
    <p:sldId id="262" r:id="rId9"/>
    <p:sldId id="263" r:id="rId10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4" d="100"/>
          <a:sy n="64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79812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notesSlide" Target="../notesSlides/notesSlid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notesSlide" Target="../notesSlides/notesSlid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notesSlide" Target="../notesSlides/notesSlid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9B727946-6A2A-BA44-1D53-DDA72F8756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200" y="2362707"/>
            <a:ext cx="16357599" cy="5561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68827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Design sem nome">
            <a:hlinkClick r:id="" action="ppaction://media"/>
            <a:extLst>
              <a:ext uri="{FF2B5EF4-FFF2-40B4-BE49-F238E27FC236}">
                <a16:creationId xmlns:a16="http://schemas.microsoft.com/office/drawing/2014/main" id="{04FE5854-E4CC-F032-8CDE-1B36E66F02E1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4946073" y="4738255"/>
            <a:ext cx="9490363" cy="4769427"/>
          </a:xfrm>
          <a:prstGeom prst="rect">
            <a:avLst/>
          </a:prstGeom>
          <a:ln>
            <a:noFill/>
          </a:ln>
          <a:effectLst>
            <a:outerShdw blurRad="50800" dist="38100" dir="5400000" sx="101000" sy="101000" algn="t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8848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5" name="Design sem nome (1)">
            <a:hlinkClick r:id="" action="ppaction://media"/>
            <a:extLst>
              <a:ext uri="{FF2B5EF4-FFF2-40B4-BE49-F238E27FC236}">
                <a16:creationId xmlns:a16="http://schemas.microsoft.com/office/drawing/2014/main" id="{32657740-CF53-A7F2-9897-CC0729F2EFB2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4973781" y="4835236"/>
            <a:ext cx="8617527" cy="4594514"/>
          </a:xfrm>
          <a:prstGeom prst="rect">
            <a:avLst/>
          </a:prstGeom>
          <a:effectLst>
            <a:outerShdw blurRad="50800" dist="38100" dir="5400000" sx="101000" sy="101000" algn="t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5449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Design sem nome (2)">
            <a:hlinkClick r:id="" action="ppaction://media"/>
            <a:extLst>
              <a:ext uri="{FF2B5EF4-FFF2-40B4-BE49-F238E27FC236}">
                <a16:creationId xmlns:a16="http://schemas.microsoft.com/office/drawing/2014/main" id="{E4BCCCAD-425B-E842-39E6-45D5F22DB8E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3449782" y="2976999"/>
            <a:ext cx="11388436" cy="6405995"/>
          </a:xfrm>
          <a:prstGeom prst="rect">
            <a:avLst/>
          </a:prstGeom>
          <a:effectLst>
            <a:outerShdw blurRad="50800" dist="38100" dir="5400000" sx="101000" sy="101000" algn="t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0055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7" repeatCount="indefinite" fill="remove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F5334F1-57B2-4156-8AA9-D93990D5872E}">
  <we:reference id="wa200010725" version="1.0.0.1" store="pt-BR" storeType="OMEX"/>
  <we:alternateReferences>
    <we:reference id="WA200010725" version="1.0.0.1" store="WA200010725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8</Words>
  <Application>Microsoft Office PowerPoint</Application>
  <PresentationFormat>Personalizar</PresentationFormat>
  <Paragraphs>8</Paragraphs>
  <Slides>9</Slides>
  <Notes>8</Notes>
  <HiddenSlides>0</HiddenSlides>
  <MMClips>3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1" baseType="lpstr"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Rocha, Rhyan Henrique Duarte da</cp:lastModifiedBy>
  <cp:revision>4</cp:revision>
  <dcterms:created xsi:type="dcterms:W3CDTF">2026-06-12T00:26:15Z</dcterms:created>
  <dcterms:modified xsi:type="dcterms:W3CDTF">2026-06-15T18:35:22Z</dcterms:modified>
</cp:coreProperties>
</file>